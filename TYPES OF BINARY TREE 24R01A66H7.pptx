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09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3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48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4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59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1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53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3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8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28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26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8778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97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638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95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692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40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8359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136ccd0497bdd454c06e3ae4030cc21619cb1f6e84aabe5b95ac03f27771f1e5JmltdHM9MTc0NjgzNTIwMA&amp;ptn=3&amp;ver=2&amp;hsh=4&amp;fclid=3f75e5f6-f9d4-6d27-1169-f09cf8866c2a&amp;psq=complete+binary+tree&amp;u=a1aHR0cHM6Ly93d3cuZ2Vla3Nmb3JnZWVrcy5vcmcvY29tcGxldGUtYmluYXJ5LXRyZWUv&amp;ntb=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1F98-4249-550F-9712-0F20F5FA1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5113" y="1447801"/>
            <a:ext cx="7705499" cy="1905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72DE5-6F7D-8CA1-B7E7-6242F843D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1" y="3907971"/>
            <a:ext cx="3864428" cy="1741716"/>
          </a:xfrm>
        </p:spPr>
        <p:txBody>
          <a:bodyPr>
            <a:normAutofit/>
          </a:bodyPr>
          <a:lstStyle/>
          <a:p>
            <a:r>
              <a:rPr lang="en-US" dirty="0"/>
              <a:t>NAME:R.SAICHANDRA</a:t>
            </a:r>
          </a:p>
          <a:p>
            <a:r>
              <a:rPr lang="en-US" dirty="0"/>
              <a:t>ROLL:24R01A66H7</a:t>
            </a:r>
          </a:p>
          <a:p>
            <a:r>
              <a:rPr lang="en-US" dirty="0"/>
              <a:t>CLASS:CSM-C</a:t>
            </a:r>
          </a:p>
        </p:txBody>
      </p:sp>
    </p:spTree>
    <p:extLst>
      <p:ext uri="{BB962C8B-B14F-4D97-AF65-F5344CB8AC3E}">
        <p14:creationId xmlns:p14="http://schemas.microsoft.com/office/powerpoint/2010/main" val="250450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44CE-7C16-5975-99D4-CC5B73E0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743" y="522514"/>
            <a:ext cx="8407091" cy="1330734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4BC38-BFBA-B4B1-C1E3-13C5694BF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2329543"/>
            <a:ext cx="7535253" cy="391885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BINARY TREE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BINARY TREE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BINARY TREE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PATHALOGICAL BINARY TREE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24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240B-7025-39A7-7090-7F0C2CA61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771" y="751114"/>
            <a:ext cx="7362063" cy="1102133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BINARY TREE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5E9F-BC08-BC70-F84A-9976C9B20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 either one or 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child is called full 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68A1EE-0177-0A4E-5F0B-74F9948A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0" y="2184401"/>
            <a:ext cx="32004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83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AA3C-26D2-30A3-262A-1E5D1D4B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82600"/>
            <a:ext cx="8145834" cy="1370648"/>
          </a:xfrm>
        </p:spPr>
        <p:txBody>
          <a:bodyPr/>
          <a:lstStyle/>
          <a:p>
            <a:r>
              <a:rPr lang="en-US" dirty="0"/>
              <a:t>2.PERFECT BINARY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2D71B2-37EB-C45C-FB89-01C0C4ABC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4252" y="2311400"/>
            <a:ext cx="4795547" cy="269335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C7914D-315D-AB50-9FEF-E790B81F2284}"/>
              </a:ext>
            </a:extLst>
          </p:cNvPr>
          <p:cNvSpPr txBox="1"/>
          <p:nvPr/>
        </p:nvSpPr>
        <p:spPr>
          <a:xfrm>
            <a:off x="482600" y="2704584"/>
            <a:ext cx="66115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internal nodes have exactly </a:t>
            </a:r>
            <a:r>
              <a:rPr lang="en-US" sz="4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children</a:t>
            </a: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leaf nodes are at same </a:t>
            </a:r>
          </a:p>
          <a:p>
            <a:pPr algn="l"/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4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40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1DF6-A5C2-1811-8E7C-A82A98B26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762000"/>
            <a:ext cx="7581900" cy="889000"/>
          </a:xfrm>
        </p:spPr>
        <p:txBody>
          <a:bodyPr/>
          <a:lstStyle/>
          <a:p>
            <a:r>
              <a:rPr lang="en-US" dirty="0"/>
              <a:t>3.COMPLETE BINARY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DA7C3E-E569-2215-F387-7DE448B9F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4984" y="1819050"/>
            <a:ext cx="5792008" cy="321989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0F40DA-AA22-A37D-29B7-0D4B53DBA289}"/>
              </a:ext>
            </a:extLst>
          </p:cNvPr>
          <p:cNvSpPr txBox="1"/>
          <p:nvPr/>
        </p:nvSpPr>
        <p:spPr>
          <a:xfrm>
            <a:off x="178984" y="296733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binary tree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type of binary tree where every level, except possibly the last one, is fully filled with nodes. In a complete binary tree: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C17B6-AE71-6B7F-CF55-A4A28FE10DDE}"/>
              </a:ext>
            </a:extLst>
          </p:cNvPr>
          <p:cNvSpPr txBox="1"/>
          <p:nvPr/>
        </p:nvSpPr>
        <p:spPr>
          <a:xfrm>
            <a:off x="125008" y="466961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effectLst/>
                <a:latin typeface="Roboto" panose="02000000000000000000" pitchFamily="2" charset="0"/>
                <a:hlinkClick r:id="rId3"/>
              </a:rPr>
              <a:t>The number of </a:t>
            </a:r>
            <a:r>
              <a:rPr lang="en-US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nodes</a:t>
            </a:r>
            <a:r>
              <a:rPr lang="en-US" b="0" i="0" u="none" strike="noStrike" dirty="0">
                <a:effectLst/>
                <a:latin typeface="Roboto" panose="02000000000000000000" pitchFamily="2" charset="0"/>
                <a:hlinkClick r:id="rId3"/>
              </a:rPr>
              <a:t> at depth dd is \(2\^d\)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38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8B60-ECFD-927F-F612-57753C4D709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20700"/>
            <a:ext cx="8272463" cy="1331913"/>
          </a:xfrm>
        </p:spPr>
        <p:txBody>
          <a:bodyPr/>
          <a:lstStyle/>
          <a:p>
            <a:r>
              <a:rPr lang="en-US" dirty="0"/>
              <a:t>4.PATHALOGICAL BINARY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12F57E-2388-E318-8EC6-AC89659726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000875" y="1852613"/>
            <a:ext cx="5191125" cy="301148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7DBC02-B446-1DCD-19B4-12BA869AF99C}"/>
              </a:ext>
            </a:extLst>
          </p:cNvPr>
          <p:cNvSpPr txBox="1"/>
          <p:nvPr/>
        </p:nvSpPr>
        <p:spPr>
          <a:xfrm>
            <a:off x="259988" y="3073400"/>
            <a:ext cx="64801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Tree where every internal node has one child. Such trees are performance-wise same  as linked list. A degenerate or pathological tree is a tree having a single child either left or right.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957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FDA957-A81A-BC35-F167-9B2674E5D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3121"/>
            <a:ext cx="12192000" cy="427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68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68</TotalTime>
  <Words>158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Century Gothic</vt:lpstr>
      <vt:lpstr>Roboto</vt:lpstr>
      <vt:lpstr>Times New Roman</vt:lpstr>
      <vt:lpstr>Wingdings 3</vt:lpstr>
      <vt:lpstr>Ion</vt:lpstr>
      <vt:lpstr>INTRODUCTION</vt:lpstr>
      <vt:lpstr>TYPES OF BINARY TREE</vt:lpstr>
      <vt:lpstr>FULL BINARY TREE </vt:lpstr>
      <vt:lpstr>2.PERFECT BINARY TREE</vt:lpstr>
      <vt:lpstr>3.COMPLETE BINARY TREE</vt:lpstr>
      <vt:lpstr>4.PATHALOGICAL BINARY TREE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CHANDRA</dc:creator>
  <cp:lastModifiedBy>SAI CHANDRA</cp:lastModifiedBy>
  <cp:revision>1</cp:revision>
  <dcterms:created xsi:type="dcterms:W3CDTF">2025-05-10T13:55:31Z</dcterms:created>
  <dcterms:modified xsi:type="dcterms:W3CDTF">2025-05-10T15:03:43Z</dcterms:modified>
</cp:coreProperties>
</file>
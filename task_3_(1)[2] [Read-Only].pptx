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7561263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392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0600" y="4083050"/>
            <a:ext cx="2889250" cy="2444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88690" y="955040"/>
            <a:ext cx="582930" cy="10540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-100">
                <a:solidFill>
                  <a:srgbClr val="000000"/>
                </a:solidFill>
                <a:latin typeface="Calibri"/>
              </a:rPr>
              <a:t>A Task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17700" y="1273810"/>
            <a:ext cx="3798570" cy="15367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400" b="1" spc="-100">
                <a:solidFill>
                  <a:srgbClr val="000000"/>
                </a:solidFill>
                <a:latin typeface="Calibri"/>
              </a:rPr>
              <a:t>Create a Use Class diagram for an ATM Application.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050" y="1583690"/>
            <a:ext cx="918210" cy="1523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b="1" spc="-100">
                <a:solidFill>
                  <a:srgbClr val="000000"/>
                </a:solidFill>
                <a:latin typeface="Calibri"/>
              </a:rPr>
              <a:t>Submitted by 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8510" y="1893570"/>
            <a:ext cx="3462019" cy="1333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-100">
                <a:solidFill>
                  <a:srgbClr val="000000"/>
                </a:solidFill>
                <a:latin typeface="Calibri"/>
              </a:rPr>
              <a:t>Computer Science and Engineering(AI&amp;ML) Department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59000" y="2461637"/>
            <a:ext cx="875753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lang="en-US" sz="1200" b="1" spc="-100" dirty="0">
                <a:solidFill>
                  <a:srgbClr val="EE0000"/>
                </a:solidFill>
                <a:latin typeface="Carlito"/>
              </a:rPr>
              <a:t>R SAI CHANDRA</a:t>
            </a:r>
            <a:r>
              <a:rPr sz="1200" b="1" spc="-100" dirty="0">
                <a:solidFill>
                  <a:srgbClr val="EE0000"/>
                </a:solidFill>
                <a:latin typeface="Calibri"/>
              </a:rPr>
              <a:t>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44060" y="2462272"/>
            <a:ext cx="698909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b="1" spc="-100" dirty="0">
                <a:solidFill>
                  <a:srgbClr val="EE0000"/>
                </a:solidFill>
                <a:latin typeface="Calibri"/>
              </a:rPr>
              <a:t>24R01A66H</a:t>
            </a:r>
            <a:r>
              <a:rPr lang="en-US" sz="1200" b="1" spc="-100" dirty="0">
                <a:solidFill>
                  <a:srgbClr val="EE0000"/>
                </a:solidFill>
                <a:latin typeface="Calibri"/>
              </a:rPr>
              <a:t>7</a:t>
            </a:r>
            <a:endParaRPr sz="1200" b="1" spc="-100" dirty="0">
              <a:solidFill>
                <a:srgbClr val="EE0000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332479" y="3094990"/>
            <a:ext cx="89789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b="1" spc="-100">
                <a:solidFill>
                  <a:srgbClr val="000000"/>
                </a:solidFill>
                <a:latin typeface="Calibri"/>
              </a:rPr>
              <a:t>Submitted to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5650" y="3408679"/>
            <a:ext cx="969010" cy="13081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b="1" spc="-100">
                <a:solidFill>
                  <a:srgbClr val="EE0000"/>
                </a:solidFill>
                <a:latin typeface="Calibri"/>
              </a:rPr>
              <a:t>Ms.J. Jyothi Bai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53310" y="3709670"/>
            <a:ext cx="2852419" cy="13207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-100">
                <a:solidFill>
                  <a:srgbClr val="000000"/>
                </a:solidFill>
                <a:latin typeface="Calibri"/>
              </a:rPr>
              <a:t>(Assistant professor, CSE(AI&amp;ML) Department)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20670" y="7442200"/>
            <a:ext cx="1918970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100" b="1" spc="-100">
                <a:solidFill>
                  <a:srgbClr val="000000"/>
                </a:solidFill>
                <a:latin typeface="Calibri"/>
              </a:rPr>
              <a:t>CMR INSTITUTE OF TECHNOLOGY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9760" y="7720330"/>
            <a:ext cx="1243329" cy="1206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100" spc="-100">
                <a:solidFill>
                  <a:srgbClr val="000000"/>
                </a:solidFill>
                <a:latin typeface="Calibri"/>
              </a:rPr>
              <a:t>(UGC AUTONOMOUS)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11630" y="7999730"/>
            <a:ext cx="4339590" cy="1397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100" spc="-100">
                <a:solidFill>
                  <a:srgbClr val="000000"/>
                </a:solidFill>
                <a:latin typeface="Calibri"/>
              </a:rPr>
              <a:t>(Approved by AICTE, Affiliated to JNTUH, Kukatpally, Hyderabad) Kandlakoya,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9700" y="8294370"/>
            <a:ext cx="2202179" cy="11937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100" spc="-100">
                <a:solidFill>
                  <a:srgbClr val="000000"/>
                </a:solidFill>
                <a:latin typeface="Calibri"/>
              </a:rPr>
              <a:t>Medchal Road, Hyderabad 2025 -2026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4550" y="4057650"/>
            <a:ext cx="3384550" cy="2578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200650"/>
            <a:ext cx="6007100" cy="4457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20850" y="956310"/>
            <a:ext cx="4116070" cy="203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550" spc="-100">
                <a:solidFill>
                  <a:srgbClr val="2F5496"/>
                </a:solidFill>
                <a:latin typeface="Calibri Light"/>
              </a:rPr>
              <a:t>Create a Use Case diagram for an ATM Application.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64640"/>
            <a:ext cx="5730240" cy="15620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400" b="1" spc="-100">
                <a:solidFill>
                  <a:srgbClr val="000000"/>
                </a:solidFill>
                <a:latin typeface="Calibri"/>
              </a:rPr>
              <a:t>Automated Teller Machine (ATM)</a:t>
            </a:r>
            <a:r>
              <a:rPr sz="1400" spc="-100">
                <a:solidFill>
                  <a:srgbClr val="000000"/>
                </a:solidFill>
                <a:latin typeface="Calibri"/>
              </a:rPr>
              <a:t> also known as ABM (Automated Banking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99589"/>
            <a:ext cx="5730240" cy="15621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400" spc="-100">
                <a:solidFill>
                  <a:srgbClr val="000000"/>
                </a:solidFill>
                <a:latin typeface="Calibri"/>
              </a:rPr>
              <a:t>Machine) is a banking system. This banking system allows customers or users 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24380"/>
            <a:ext cx="5727700" cy="177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400" spc="-100">
                <a:solidFill>
                  <a:srgbClr val="000000"/>
                </a:solidFill>
                <a:latin typeface="Calibri"/>
              </a:rPr>
              <a:t>have access to financial transactions. These transactions can be done in public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69490"/>
            <a:ext cx="5734050" cy="15367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400" spc="-100">
                <a:solidFill>
                  <a:srgbClr val="000000"/>
                </a:solidFill>
                <a:latin typeface="Calibri"/>
              </a:rPr>
              <a:t>space without any need for a clerk, cashier, or bank teller. Working 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91740"/>
            <a:ext cx="5734050" cy="17907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400" spc="-100">
                <a:solidFill>
                  <a:srgbClr val="000000"/>
                </a:solidFill>
                <a:latin typeface="Calibri"/>
              </a:rPr>
              <a:t>description of the ATM can be explained with the help of the</a:t>
            </a:r>
            <a:r>
              <a:rPr sz="1400" b="1" spc="-100">
                <a:solidFill>
                  <a:srgbClr val="000000"/>
                </a:solidFill>
                <a:latin typeface="Calibri"/>
              </a:rPr>
              <a:t> Use Case Diagram</a:t>
            </a:r>
            <a:r>
              <a:rPr sz="1400" spc="-100">
                <a:solidFill>
                  <a:srgbClr val="000000"/>
                </a:solidFill>
                <a:latin typeface="Calibri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39390"/>
            <a:ext cx="5727700" cy="15367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400" spc="-100">
                <a:solidFill>
                  <a:srgbClr val="000000"/>
                </a:solidFill>
                <a:latin typeface="Calibri"/>
              </a:rPr>
              <a:t>We will understand about designing the use case diagram for the ATM system.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71800"/>
            <a:ext cx="3202940" cy="15366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400" spc="-100">
                <a:solidFill>
                  <a:srgbClr val="000000"/>
                </a:solidFill>
                <a:latin typeface="Calibri"/>
              </a:rPr>
              <a:t>Some scenarios of the system are as follows.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08400"/>
            <a:ext cx="58419" cy="444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950" spc="-100">
                <a:solidFill>
                  <a:srgbClr val="000000"/>
                </a:solidFill>
                <a:latin typeface="Symbol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632200"/>
            <a:ext cx="5270500" cy="17907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400" b="1" spc="-100">
                <a:solidFill>
                  <a:srgbClr val="000000"/>
                </a:solidFill>
                <a:latin typeface="Calibri"/>
              </a:rPr>
              <a:t>Step-1:</a:t>
            </a:r>
            <a:r>
              <a:rPr sz="1400" spc="-100">
                <a:solidFill>
                  <a:srgbClr val="000000"/>
                </a:solidFill>
                <a:latin typeface="Calibri"/>
              </a:rPr>
              <a:t> The user is authenticated when enters the plastic ATM card in a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867150"/>
            <a:ext cx="5274309" cy="17907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400" spc="-100">
                <a:solidFill>
                  <a:srgbClr val="000000"/>
                </a:solidFill>
                <a:latin typeface="Calibri"/>
              </a:rPr>
              <a:t>Bank ATM. Then enters the user name and PIN (Personal Identification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102100"/>
            <a:ext cx="5275580" cy="177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400" spc="-100">
                <a:solidFill>
                  <a:srgbClr val="000000"/>
                </a:solidFill>
                <a:latin typeface="Calibri"/>
              </a:rPr>
              <a:t>Number). For every ATM transaction, a Customer Authentication use case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335780"/>
            <a:ext cx="5275580" cy="177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400" spc="-100">
                <a:solidFill>
                  <a:srgbClr val="000000"/>
                </a:solidFill>
                <a:latin typeface="Calibri"/>
              </a:rPr>
              <a:t>is required and essential. So, it is shown as include relationship. Example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568190"/>
            <a:ext cx="4724400" cy="17907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400" spc="-100">
                <a:solidFill>
                  <a:srgbClr val="000000"/>
                </a:solidFill>
                <a:latin typeface="Calibri"/>
              </a:rPr>
              <a:t>of use case diagram for Customer Authentication is shown below: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3000" y="1684020"/>
            <a:ext cx="82550" cy="6476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400" spc="-100">
                <a:solidFill>
                  <a:srgbClr val="000000"/>
                </a:solidFill>
                <a:latin typeface="Symbol"/>
              </a:rPr>
              <a:t>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527304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400" b="1" spc="-100">
                <a:solidFill>
                  <a:srgbClr val="000000"/>
                </a:solidFill>
                <a:latin typeface="Calibri"/>
              </a:rPr>
              <a:t>Step-2:</a:t>
            </a:r>
            <a:r>
              <a:rPr sz="1400" spc="-100">
                <a:solidFill>
                  <a:srgbClr val="000000"/>
                </a:solidFill>
                <a:latin typeface="Calibri"/>
              </a:rPr>
              <a:t> User checks the bank balance as well as also demands the mini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79600"/>
            <a:ext cx="5271770" cy="15366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400" spc="-100">
                <a:solidFill>
                  <a:srgbClr val="000000"/>
                </a:solidFill>
                <a:latin typeface="Calibri"/>
              </a:rPr>
              <a:t>statement about the bank balance if they want. Then the user withdraws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12010"/>
            <a:ext cx="5269230" cy="15366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400" spc="-100">
                <a:solidFill>
                  <a:srgbClr val="000000"/>
                </a:solidFill>
                <a:latin typeface="Calibri"/>
              </a:rPr>
              <a:t>the money as per their need. If they want to deposit some money, they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35530"/>
            <a:ext cx="5273040" cy="177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400" spc="-100">
                <a:solidFill>
                  <a:srgbClr val="000000"/>
                </a:solidFill>
                <a:latin typeface="Calibri"/>
              </a:rPr>
              <a:t>can do it. After complete action, the user closes the session. Example 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580640"/>
            <a:ext cx="4268470" cy="15367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400" spc="-100">
                <a:solidFill>
                  <a:srgbClr val="000000"/>
                </a:solidFill>
                <a:latin typeface="Calibri"/>
              </a:rPr>
              <a:t>the use case diagram for Bank ATM system is shown below: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9085580"/>
            <a:ext cx="82550" cy="6477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400" spc="-100">
                <a:solidFill>
                  <a:srgbClr val="000000"/>
                </a:solidFill>
                <a:latin typeface="Symbol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9046210"/>
            <a:ext cx="5271770" cy="15367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400" b="1" spc="-100">
                <a:solidFill>
                  <a:srgbClr val="000000"/>
                </a:solidFill>
                <a:latin typeface="Calibri"/>
              </a:rPr>
              <a:t>Step-3:</a:t>
            </a:r>
            <a:r>
              <a:rPr sz="1400" spc="-100">
                <a:solidFill>
                  <a:srgbClr val="000000"/>
                </a:solidFill>
                <a:latin typeface="Calibri"/>
              </a:rPr>
              <a:t> If there is any error or repair needed in Bank ATM, it is done by an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9281160"/>
            <a:ext cx="5275580" cy="15367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400" spc="-100">
                <a:solidFill>
                  <a:srgbClr val="000000"/>
                </a:solidFill>
                <a:latin typeface="Calibri"/>
              </a:rPr>
              <a:t>ATM technician. ATM technician is responsible for the maintenance of the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9502140"/>
            <a:ext cx="5276850" cy="177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400" spc="-100">
                <a:solidFill>
                  <a:srgbClr val="000000"/>
                </a:solidFill>
                <a:latin typeface="Calibri"/>
              </a:rPr>
              <a:t>Bank ATM, upgrades for hardware, firmware or software, and on-site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124200"/>
            <a:ext cx="5670550" cy="47307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963930"/>
            <a:ext cx="5270500" cy="15366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400" spc="-100">
                <a:solidFill>
                  <a:srgbClr val="000000"/>
                </a:solidFill>
                <a:latin typeface="Calibri"/>
              </a:rPr>
              <a:t>diagnosis. Example of use case diagram for working of ATM technician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197610"/>
            <a:ext cx="1007110" cy="12319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400" spc="-100">
                <a:solidFill>
                  <a:srgbClr val="000000"/>
                </a:solidFill>
                <a:latin typeface="Calibri"/>
              </a:rPr>
              <a:t>shown below: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52650"/>
            <a:ext cx="5734050" cy="3733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387</Words>
  <Application>Microsoft Office PowerPoint</Application>
  <PresentationFormat>Custom</PresentationFormat>
  <Paragraphs>39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Carlito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SAI CHANDRA</dc:creator>
  <cp:keywords/>
  <dc:description>generated using python-pptx</dc:description>
  <cp:lastModifiedBy>SAI CHANDRA</cp:lastModifiedBy>
  <cp:revision>3</cp:revision>
  <dcterms:created xsi:type="dcterms:W3CDTF">2013-01-27T09:14:16Z</dcterms:created>
  <dcterms:modified xsi:type="dcterms:W3CDTF">2025-10-12T11:44:53Z</dcterms:modified>
  <cp:category/>
</cp:coreProperties>
</file>